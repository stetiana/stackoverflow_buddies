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7" r:id="rId6"/>
    <p:sldId id="258" r:id="rId7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76154474" val="1230" revOS="4"/>
      <pr:smFileRevision xmlns:pr="smNativeData" xmlns="smNativeData" dt="1776154474" val="101"/>
      <pr:guideOptions xmlns:pr="smNativeData" xmlns="smNativeData" dt="177615447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86" d="100"/>
          <a:sy n="86" d="100"/>
        </p:scale>
        <p:origin x="937" y="212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5" d="100"/>
        <a:sy n="5" d="100"/>
      </p:scale>
      <p:origin x="0" y="0"/>
    </p:cViewPr>
  </p:sorterViewPr>
  <p:notesViewPr>
    <p:cSldViewPr snapToObjects="1" showGuides="1">
      <p:cViewPr>
        <p:scale>
          <a:sx n="86" d="100"/>
          <a:sy n="86" d="100"/>
        </p:scale>
        <p:origin x="937" y="212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3AF8-B6D2-68CC-9C85-409974CB6A15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7179-37D2-6887-9C85-C1D23FCB6A94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0F16-58D2-68F9-9C85-AEAC41CB6AF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5E7B-35D2-68A8-9C85-C3FD10CB6A96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3B1D-53D2-68CD-9C85-A59875CB6AF0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7E22-6CD2-6888-9C85-9ADD30CB6ACF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6E4E-00D2-6898-9C85-F6CD20CB6AA3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40BC-F2D2-68B6-9C85-04E30ECB6A51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0BA5-EBD2-68FD-9C85-1DA845CB6A48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2638-76D2-68D0-9C85-808568CB6AD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38DA-94D2-68CE-9C85-629B76CB6A37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7103-4DD2-6887-9C85-BBD23FCB6AEE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3576-38D2-68C3-9C85-CE967BCB6A9B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2CF7-B9D2-68DA-9C85-4F8F62CB6A1A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3352-1CD2-68C5-9C85-EA907DCB6ABF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3CEE-A0D2-68CA-9C85-569F72CB6A03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18CF-81D2-68EE-9C85-77BB56CB6A22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285C-12D2-68DE-9C85-E48B66CB6AB1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199C-D2D2-68EF-9C85-24BA57CB6A71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2534-7AD2-68D3-9C85-8C866BCB6AD9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3D1970-3ED2-68EF-9C85-C8BA57CB6A9D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3D75D5-9BD2-6883-9C85-6DD63BCB6A38}" type="slidenum">
              <a:t/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3F3D7197-D9D2-6887-9C85-2FD23FCB6A7A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3F3D1B2D-63D2-68ED-9C85-95B855CB6AC0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EDA Highlights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vfd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>
              <a:defRPr sz="2800" cap="none"/>
            </a:pPr>
            <a:r>
              <a:t>DACH responses are more complete compared with others.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40% of professional developers in DACH have a master’s degree.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Close to 40% are full stack developers, with another 15%+ on backend.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Around 70% of them did </a:t>
            </a:r>
            <a:r>
              <a:rPr u="sng"/>
              <a:t>not</a:t>
            </a:r>
            <a:r>
              <a:t> use AI Agent.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Factors found to have strong correlation with compensation in the complete data set do </a:t>
            </a:r>
            <a:r>
              <a:rPr u="sng"/>
              <a:t>not</a:t>
            </a:r>
            <a:r>
              <a:t> have such correlation in DACH - other than those related to work and coding experience.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1"/>
          <p:cNvPicPr>
            <a:picLocks noChangeAspect="1"/>
            <a:extLst>
              <a:ext uri="smNativeData">
                <pr:smNativeData xmlns:pr="smNativeData" xmlns="smNativeData" val="SMDATA_17_avfd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mOlJE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IQCAAA1AgAANDMAAPs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358775"/>
            <a:ext cx="7914640" cy="61404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1"/>
          <p:cNvSpPr txBox="1">
            <a:extLst>
              <a:ext uri="smNativeData">
                <pr:smNativeData xmlns:pr="smNativeData" xmlns="smNativeData" val="SMDATA_15_avfd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PkDAAD/fwAA/38AAAAAAAAJAAAABAAAALA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+DQAAEAhAABaSAAA4CYAABAgAAAmAAAACAAAAP//////////"/>
              </a:ext>
            </a:extLst>
          </p:cNvSpPr>
          <p:nvPr/>
        </p:nvSpPr>
        <p:spPr>
          <a:xfrm>
            <a:off x="8610600" y="5405120"/>
            <a:ext cx="315087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Correlations Heatmap:</a:t>
            </a:r>
          </a:p>
          <a:p>
            <a:pPr/>
            <a:r>
              <a:t>DACH Professional Developers with Active Employment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chris</cp:lastModifiedBy>
  <cp:revision>0</cp:revision>
  <dcterms:created xsi:type="dcterms:W3CDTF">2026-04-14T06:56:50Z</dcterms:created>
  <dcterms:modified xsi:type="dcterms:W3CDTF">2026-04-14T08:14:34Z</dcterms:modified>
</cp:coreProperties>
</file>